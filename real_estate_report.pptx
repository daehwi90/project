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부동산 데이터 분석 결과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작성자: Gemini Code Assist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