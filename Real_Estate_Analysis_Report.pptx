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부동산 거래 데이터 분석 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작성자: 데이터 분석팀</a:t>
            </a:r>
          </a:p>
          <a:p>
            <a:r>
              <a:t>작성일: 202X년 X월 X일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데이터 수집 개요</a:t>
            </a:r>
          </a:p>
          <a:p>
            <a:r>
              <a:t>2. 분석 주요 요약</a:t>
            </a:r>
          </a:p>
          <a:p>
            <a:r>
              <a:t>3. 법정동별 평균 거래금액</a:t>
            </a:r>
          </a:p>
          <a:p>
            <a:r>
              <a:t>4. 거래금액 분포 분석 (히스토그램)</a:t>
            </a:r>
          </a:p>
          <a:p>
            <a:r>
              <a:t>5. 전용면적과 거래금액 상관관계 (산점도)</a:t>
            </a:r>
          </a:p>
          <a:p>
            <a:r>
              <a:t>6. 주요 이상치(Outlier) 분석</a:t>
            </a:r>
          </a:p>
          <a:p>
            <a:r>
              <a:t>7. 지역별 거래 활성도</a:t>
            </a:r>
          </a:p>
          <a:p>
            <a:r>
              <a:t>8. 향후 시장 전망</a:t>
            </a:r>
          </a:p>
          <a:p>
            <a:r>
              <a:t>9. 결론 및 투자 제언</a:t>
            </a:r>
          </a:p>
          <a:p>
            <a:r>
              <a:t>10.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데이터 수집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수집 대상: 주요 법정동 부동산 실거래가 데이터</a:t>
            </a:r>
          </a:p>
          <a:p>
            <a:r>
              <a:t>• 수집 기간: 최근 1년</a:t>
            </a:r>
          </a:p>
          <a:p>
            <a:r>
              <a:t>• 주요 변수: 법정동, 거래금액, 전용면적, 건축년도 등</a:t>
            </a:r>
          </a:p>
          <a:p>
            <a:r>
              <a:t>• 분석 목적: 지역별 시세 파악 및 가격 결정 요인 도출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분석 주요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특정 법정동을 중심으로 평균 거래금액이 높게 형성됨</a:t>
            </a:r>
          </a:p>
          <a:p>
            <a:r>
              <a:t>• 거래금액은 정규분포가 아닌 특정 금액대에 밀집된 형태(우측 꼬리가 긴 분포)를 보임</a:t>
            </a:r>
          </a:p>
          <a:p>
            <a:r>
              <a:t>• 전용면적과 거래금액 간의 강한 양(+)의 상관관계 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법정동별 평균 거래금액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[데이터 표 또는 막대그래프 삽입 예정 공간]</a:t>
            </a:r>
          </a:p>
          <a:p/>
          <a:p>
            <a:r>
              <a:t>• 상위 지역: A동, B동 순으로 거래금액이 높게 나타남</a:t>
            </a:r>
          </a:p>
          <a:p>
            <a:r>
              <a:t>• 하위 지역: C동, D동 순으로 형성됨</a:t>
            </a:r>
          </a:p>
          <a:p>
            <a:r>
              <a:t>* 인사이트: 특정 법정동에 프리미엄이 뚜렷하게 형성되어 있음을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거래금액 분포 (히스토그램 분석)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[히스토그램 이미지 삽입 예정 공간]</a:t>
            </a:r>
          </a:p>
          <a:p/>
          <a:p>
            <a:r>
              <a:t>• 대부분의 거래가 중저가 구간에 압도적으로 집중됨</a:t>
            </a:r>
          </a:p>
          <a:p>
            <a:r>
              <a:t>• 초고가 매물로 인해 데이터가 우측으로 치우친(Skewed) 형태</a:t>
            </a:r>
          </a:p>
          <a:p>
            <a:r>
              <a:t>• 시장 내 일반적인 거래 수준을 파악하기 위해서는 평균보다는 '중앙값' 확인이 필요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전용면적과 거래금액 (산점도 분석)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[산점도 이미지 삽입 예정 공간]</a:t>
            </a:r>
          </a:p>
          <a:p/>
          <a:p>
            <a:r>
              <a:t>• 전용면적이 넓을수록 거래금액이 상승하는 뚜렷한 선형 추세 확인</a:t>
            </a:r>
          </a:p>
          <a:p>
            <a:r>
              <a:t>• 결정계수(R-squared) 분석 결과, 면적이 가격의 변동성을 크게 설명하고 있음</a:t>
            </a:r>
          </a:p>
          <a:p>
            <a:r>
              <a:t>• 면적 대비 가격이 유독 높은 매물들은 층수, 건축년도 등의 추가 요인 작용 예상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주요 이상치(Outlier)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산점도 분석을 통해 일반적인 추세선을 크게 벗어난 매물 포착</a:t>
            </a:r>
          </a:p>
          <a:p>
            <a:r>
              <a:t>• 급매물: 면적 대비 가격이 현저히 낮은 건 (급매 또는 특수관계인 거래 의심)</a:t>
            </a:r>
          </a:p>
          <a:p>
            <a:r>
              <a:t>• 고급빌라/펜트하우스: 동일 면적 대비 가격이 극단적으로 높은 건</a:t>
            </a:r>
          </a:p>
          <a:p>
            <a:r>
              <a:t>• 머신러닝 예측 모델 구축 시 이러한 이상치의 전처리 방안 논의 필요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결론 및 제언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법정동별로 시세 차이가 뚜렷하므로 맞춤형 접근 전략 필요</a:t>
            </a:r>
          </a:p>
          <a:p>
            <a:r>
              <a:t>• 전용면적 외에 '건축년도', '층수' 등 다중 변수를 활용한 회귀 분석 고도화 권장</a:t>
            </a:r>
          </a:p>
          <a:p>
            <a:r>
              <a:t>• 파이썬을 활용한 시각화 파이프라인을 구축하여 주기적인 시장 변화 모니터링 체계 확립 요망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경청해 주셔서 감사합니다.</a:t>
            </a:r>
          </a:p>
          <a:p/>
          <a:p>
            <a:r>
              <a:t>질문이 있으시면 자유롭게 말씀해 주시기 바랍니다.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